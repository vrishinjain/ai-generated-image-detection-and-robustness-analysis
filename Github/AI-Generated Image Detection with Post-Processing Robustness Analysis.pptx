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3"/>
    <p:sldId id="267" r:id="rId14"/>
    <p:sldId id="268" r:id="rId15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5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00" y="5029200"/>
            <a:ext cx="8918575" cy="5889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8534400"/>
            <a:ext cx="5260975" cy="31832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2340" y="8534400"/>
            <a:ext cx="5234305" cy="3157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VRISHIN JAIN</cp:lastModifiedBy>
  <cp:revision>6</cp:revision>
  <dcterms:created xsi:type="dcterms:W3CDTF">2006-08-16T00:00:00Z</dcterms:created>
  <dcterms:modified xsi:type="dcterms:W3CDTF">2026-05-14T14:00:47Z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11D0AD84D0B14D6AAF9DF807F3DE6D14_12</vt:lpwstr>
  </property>
  <property fmtid="{D5CDD505-2E9C-101B-9397-08002B2CF9AE}" pid="3" name="KSOProductBuildVer">
    <vt:lpwstr>1033-12.1.0.26372</vt:lpwstr>
  </property>
</Properties>
</file>